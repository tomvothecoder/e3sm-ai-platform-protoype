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e5cb733534b27" /><Relationship Type="http://schemas.openxmlformats.org/officeDocument/2006/relationships/extended-properties" Target="/docProps/app.xml" Id="Rded5927115214180" /><Relationship Type="http://schemas.openxmlformats.org/officeDocument/2006/relationships/officeDocument" Target="/ppt/presentation.xml" Id="Ra6e5df6c4bba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3f3b4ab974bb6"/>
  </p:sldMasterIdLst>
  <p:notesMasterIdLst>
    <p:notesMasterId xmlns:r="http://schemas.openxmlformats.org/officeDocument/2006/relationships" r:id="R77272a42b4314fb3"/>
  </p:notesMasterIdLst>
  <p:sldIdLst>
    <p:sldId xmlns:r="http://schemas.openxmlformats.org/officeDocument/2006/relationships" id="256" r:id="Rde05f5f6528943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2fc6434a194342" /><Relationship Type="http://schemas.openxmlformats.org/officeDocument/2006/relationships/slideMaster" Target="/ppt/slideMasters/slideMaster1.xml" Id="R0ee3f3b4ab974bb6" /><Relationship Type="http://schemas.openxmlformats.org/officeDocument/2006/relationships/notesMaster" Target="/ppt/notesMasters/notesMaster1.xml" Id="R77272a42b4314fb3" /><Relationship Type="http://schemas.openxmlformats.org/officeDocument/2006/relationships/presProps" Target="/ppt/presProps.xml" Id="R22cdb666457d43bd" /><Relationship Type="http://schemas.openxmlformats.org/officeDocument/2006/relationships/tableStyles" Target="/ppt/tableStyles.xml" Id="Ree57dfcc3b8c45b2" /><Relationship Type="http://schemas.openxmlformats.org/officeDocument/2006/relationships/slide" Target="/ppt/slides/slide1.xml" Id="Rde05f5f65289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9435e02f1e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a63c7ac9bd42a6" /><Relationship Type="http://schemas.openxmlformats.org/officeDocument/2006/relationships/notesMaster" Target="/ppt/notesMasters/notesMaster1.xml" Id="Rcb8c55f05c0f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e90ac7d6f4c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eb2ce22734d9c" /><Relationship Type="http://schemas.openxmlformats.org/officeDocument/2006/relationships/slideLayout" Target="/ppt/slideLayouts/slideLayout1.xml" Id="R7091c00c69b0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91c00c69b0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6b998c2374409" /><Relationship Type="http://schemas.openxmlformats.org/officeDocument/2006/relationships/notesSlide" Target="/ppt/notesSlides/notesSlide1.xml" Id="Re5635548b09142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EC5D3F7-023A-489D-84C3-8DDF442E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</a:defRPr>
            </a:pPr>
            <a:r>
              <a:t>Pinned knowledge sources ground every answer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E1795F-6713-4AE0-A33D-D9F24AB1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47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t>E3SM AI Assistant proof of concept  •  Use with a live demo</a:t>
            </a:r>
          </a:p>
        </p:txBody>
      </p:sp>
      <p:sp>
        <p:nvSpPr>
          <p:cNvPr id="3" name="sources">
            <a:extLst xmlns:a="http://schemas.openxmlformats.org/drawingml/2006/main">
              <a:ext uri="{FF2B5EF4-FFF2-40B4-BE49-F238E27FC236}">
                <a16:creationId xmlns:a16="http://schemas.microsoft.com/office/drawing/2014/main" id="{87F4D6D2-C15E-4F49-AA0D-8C40A925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trieval">
            <a:extLst xmlns:a="http://schemas.openxmlformats.org/drawingml/2006/main">
              <a:ext uri="{FF2B5EF4-FFF2-40B4-BE49-F238E27FC236}">
                <a16:creationId xmlns:a16="http://schemas.microsoft.com/office/drawing/2014/main" id="{E93ACFCA-92BF-476A-B675-B00D46B8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eneration">
            <a:extLst xmlns:a="http://schemas.openxmlformats.org/drawingml/2006/main">
              <a:ext uri="{FF2B5EF4-FFF2-40B4-BE49-F238E27FC236}">
                <a16:creationId xmlns:a16="http://schemas.microsoft.com/office/drawing/2014/main" id="{1F6BACC9-6EDC-49A7-8E5C-3E6B754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nswer">
            <a:extLst xmlns:a="http://schemas.openxmlformats.org/drawingml/2006/main">
              <a:ext uri="{FF2B5EF4-FFF2-40B4-BE49-F238E27FC236}">
                <a16:creationId xmlns:a16="http://schemas.microsoft.com/office/drawing/2014/main" id="{094F6E1D-176C-4830-A02F-69673AD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81300" y="28670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53100" y="28670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24900" y="28670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0" name="01-number">
            <a:extLst xmlns:a="http://schemas.openxmlformats.org/drawingml/2006/main">
              <a:ext uri="{FF2B5EF4-FFF2-40B4-BE49-F238E27FC236}">
                <a16:creationId xmlns:a16="http://schemas.microsoft.com/office/drawing/2014/main" id="{19D88528-D272-4246-BC47-3644CAE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1" name="01-title">
            <a:extLst xmlns:a="http://schemas.openxmlformats.org/drawingml/2006/main">
              <a:ext uri="{FF2B5EF4-FFF2-40B4-BE49-F238E27FC236}">
                <a16:creationId xmlns:a16="http://schemas.microsoft.com/office/drawing/2014/main" id="{9711EE72-9B37-4360-9329-287C1F8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Knowledge sources</a:t>
            </a:r>
          </a:p>
        </p:txBody>
      </p:sp>
      <p:sp>
        <p:nvSpPr>
          <p:cNvPr id="12" name="01-body">
            <a:extLst xmlns:a="http://schemas.openxmlformats.org/drawingml/2006/main">
              <a:ext uri="{FF2B5EF4-FFF2-40B4-BE49-F238E27FC236}">
                <a16:creationId xmlns:a16="http://schemas.microsoft.com/office/drawing/2014/main" id="{1C77839C-F70A-4DD2-B415-1B21A46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SHA-pinned docs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Manifest metadata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Source versions</a:t>
            </a:r>
          </a:p>
        </p:txBody>
      </p:sp>
      <p:sp>
        <p:nvSpPr>
          <p:cNvPr id="13" name="02-number">
            <a:extLst xmlns:a="http://schemas.openxmlformats.org/drawingml/2006/main">
              <a:ext uri="{FF2B5EF4-FFF2-40B4-BE49-F238E27FC236}">
                <a16:creationId xmlns:a16="http://schemas.microsoft.com/office/drawing/2014/main" id="{1326C48C-F3D4-4DE3-9B81-A05AF958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4" name="02-title">
            <a:extLst xmlns:a="http://schemas.openxmlformats.org/drawingml/2006/main">
              <a:ext uri="{FF2B5EF4-FFF2-40B4-BE49-F238E27FC236}">
                <a16:creationId xmlns:a16="http://schemas.microsoft.com/office/drawing/2014/main" id="{5AF7DA92-008C-44BF-9258-2FB31131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Local retrieval</a:t>
            </a:r>
          </a:p>
        </p:txBody>
      </p:sp>
      <p:sp>
        <p:nvSpPr>
          <p:cNvPr id="15" name="02-body">
            <a:extLst xmlns:a="http://schemas.openxmlformats.org/drawingml/2006/main">
              <a:ext uri="{FF2B5EF4-FFF2-40B4-BE49-F238E27FC236}">
                <a16:creationId xmlns:a16="http://schemas.microsoft.com/office/drawing/2014/main" id="{85CB8EFB-7F8E-4671-8F68-4CBCC53D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CPU embeddings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Persistent index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Document search</a:t>
            </a:r>
          </a:p>
        </p:txBody>
      </p:sp>
      <p:sp>
        <p:nvSpPr>
          <p:cNvPr id="16" name="03-number">
            <a:extLst xmlns:a="http://schemas.openxmlformats.org/drawingml/2006/main">
              <a:ext uri="{FF2B5EF4-FFF2-40B4-BE49-F238E27FC236}">
                <a16:creationId xmlns:a16="http://schemas.microsoft.com/office/drawing/2014/main" id="{66450DF9-E678-4F5E-B55B-825C712B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7" name="03-title">
            <a:extLst xmlns:a="http://schemas.openxmlformats.org/drawingml/2006/main">
              <a:ext uri="{FF2B5EF4-FFF2-40B4-BE49-F238E27FC236}">
                <a16:creationId xmlns:a16="http://schemas.microsoft.com/office/drawing/2014/main" id="{D9428CDB-56E5-4761-817B-534EBB83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LivAI generation</a:t>
            </a:r>
          </a:p>
        </p:txBody>
      </p:sp>
      <p:sp>
        <p:nvSpPr>
          <p:cNvPr id="18" name="03-body">
            <a:extLst xmlns:a="http://schemas.openxmlformats.org/drawingml/2006/main">
              <a:ext uri="{FF2B5EF4-FFF2-40B4-BE49-F238E27FC236}">
                <a16:creationId xmlns:a16="http://schemas.microsoft.com/office/drawing/2014/main" id="{6D97A93E-03E9-4191-85B1-0B2925A1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Selected context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Tool-aware response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Backend API</a:t>
            </a:r>
          </a:p>
        </p:txBody>
      </p:sp>
      <p:sp>
        <p:nvSpPr>
          <p:cNvPr id="19" name="04-number">
            <a:extLst xmlns:a="http://schemas.openxmlformats.org/drawingml/2006/main">
              <a:ext uri="{FF2B5EF4-FFF2-40B4-BE49-F238E27FC236}">
                <a16:creationId xmlns:a16="http://schemas.microsoft.com/office/drawing/2014/main" id="{5EFCA8F1-D6EF-43C3-B381-9637AED7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240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0" name="04-title">
            <a:extLst xmlns:a="http://schemas.openxmlformats.org/drawingml/2006/main">
              <a:ext uri="{FF2B5EF4-FFF2-40B4-BE49-F238E27FC236}">
                <a16:creationId xmlns:a16="http://schemas.microsoft.com/office/drawing/2014/main" id="{F6E64F40-AFC2-4F27-A27F-C361075D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Grounded answer</a:t>
            </a:r>
          </a:p>
        </p:txBody>
      </p:sp>
      <p:sp>
        <p:nvSpPr>
          <p:cNvPr id="21" name="04-body">
            <a:extLst xmlns:a="http://schemas.openxmlformats.org/drawingml/2006/main">
              <a:ext uri="{FF2B5EF4-FFF2-40B4-BE49-F238E27FC236}">
                <a16:creationId xmlns:a16="http://schemas.microsoft.com/office/drawing/2014/main" id="{FFB291F2-5354-4939-AE57-6FE925A9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Retrieved context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Source metadata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Final response</a:t>
            </a:r>
          </a:p>
        </p:txBody>
      </p:sp>
      <p:sp>
        <p:nvSpPr>
          <p:cNvPr id="22" name="proves-label">
            <a:extLst xmlns:a="http://schemas.openxmlformats.org/drawingml/2006/main">
              <a:ext uri="{FF2B5EF4-FFF2-40B4-BE49-F238E27FC236}">
                <a16:creationId xmlns:a16="http://schemas.microsoft.com/office/drawing/2014/main" id="{DB7BAC24-AFF0-45C0-9DD3-0500D3FB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PROVES</a:t>
            </a:r>
          </a:p>
        </p:txBody>
      </p:sp>
      <p:sp>
        <p:nvSpPr>
          <p:cNvPr id="23" name="proves">
            <a:extLst xmlns:a="http://schemas.openxmlformats.org/drawingml/2006/main">
              <a:ext uri="{FF2B5EF4-FFF2-40B4-BE49-F238E27FC236}">
                <a16:creationId xmlns:a16="http://schemas.microsoft.com/office/drawing/2014/main" id="{8C08075B-DA70-45C2-9A1E-EC95EED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Reproducible sources  •  Local retrieval  •  Tool calling  •  End-to-end response</a:t>
            </a:r>
          </a:p>
        </p:txBody>
      </p:sp>
      <p:sp>
        <p:nvSpPr>
          <p:cNvPr id="24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F65FECDE-DBA9-46B9-8E0F-F302ABDE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33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NOT YET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1C3297B1-D08F-40A2-A3DB-189AE2AB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291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Scale, permissions,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ingestion, or operations</a:t>
            </a:r>
          </a:p>
        </p:txBody>
      </p:sp>
      <p:sp>
        <p:nvSpPr>
          <p:cNvPr id="26" name="next-step-bar">
            <a:extLst xmlns:a="http://schemas.openxmlformats.org/drawingml/2006/main">
              <a:ext uri="{FF2B5EF4-FFF2-40B4-BE49-F238E27FC236}">
                <a16:creationId xmlns:a16="http://schemas.microsoft.com/office/drawing/2014/main" id="{21E40457-8EDB-4479-B21C-8D95C3DD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ext-step">
            <a:extLst xmlns:a="http://schemas.openxmlformats.org/drawingml/2006/main">
              <a:ext uri="{FF2B5EF4-FFF2-40B4-BE49-F238E27FC236}">
                <a16:creationId xmlns:a16="http://schemas.microsoft.com/office/drawing/2014/main" id="{C3AB1F48-2056-45A0-94BA-1B1FE5A9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NEXT   Validate 20–30 representative cases inside SimBoard before expanding retrieval.</a:t>
            </a:r>
          </a:p>
        </p:txBody>
      </p:sp>
      <p:sp>
        <p:nvSpPr>
          <p:cNvPr id="28" name="source">
            <a:extLst xmlns:a="http://schemas.openxmlformats.org/drawingml/2006/main">
              <a:ext uri="{FF2B5EF4-FFF2-40B4-BE49-F238E27FC236}">
                <a16:creationId xmlns:a16="http://schemas.microsoft.com/office/drawing/2014/main" id="{36E61DCC-E381-41D8-8E6D-E1F9C0F8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009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  <a:r>
              <a:t>Source: prototype repository + SimBoard AI Assistant Prototype Learning Plan</a:t>
            </a:r>
          </a:p>
        </p:txBody>
      </p:sp>
    </p:spTree>
    <p:extLst>
      <p:ext uri="{BB962C8B-B14F-4D97-AF65-F5344CB8AC3E}">
        <p14:creationId xmlns:p14="http://schemas.microsoft.com/office/powerpoint/2010/main" val="1674986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2026-07-28T20:21:44.0370000Z</dcterms:created>
  <dcterms:modified xsi:type="dcterms:W3CDTF">2026-07-28T20:21:44.0370000Z</dcterms:modified>
</coreProperties>
</file>